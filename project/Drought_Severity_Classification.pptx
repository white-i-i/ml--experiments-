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2E28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B8504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6B8F71">
              <a:alpha val="2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DROUGHT SEVERITY CLASSIFICATION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Multinomial Logistic Regression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566160"/>
            <a:ext cx="237744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977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KURMA SAI TEJA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2520030241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RAMGARI RAGHUVEER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2520030225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377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Drought is hard to measure in a simple way.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4173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does not come with one clear number that tells us how bad it 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253288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235000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many things together: rainfall, soil moisture, temperature, and humidity.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3465576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0" y="3282696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planners and governments need a simple way to know the drought level early.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439826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0" y="4215384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checking all these factors by hand is slow and can have mistakes.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5330952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0" y="514807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smart method that looks at the weather data and tells us the drought category automatically.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model that reads weather data and predicts how severe a drought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48840" cy="3566160"/>
          </a:xfrm>
          <a:prstGeom prst="roundRect">
            <a:avLst>
              <a:gd name="adj" fmla="val 5106"/>
            </a:avLst>
          </a:prstGeom>
          <a:solidFill>
            <a:srgbClr val="E7E8D1"/>
          </a:solidFill>
          <a:ln/>
        </p:spPr>
      </p:sp>
      <p:sp>
        <p:nvSpPr>
          <p:cNvPr id="6" name="Shape 4"/>
          <p:cNvSpPr/>
          <p:nvPr/>
        </p:nvSpPr>
        <p:spPr>
          <a:xfrm>
            <a:off x="1303020" y="23774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030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0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947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weather records like rainfall, temperature, humidity and soil moisture.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3566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34640" y="2103120"/>
            <a:ext cx="2148840" cy="3566160"/>
          </a:xfrm>
          <a:prstGeom prst="roundRect">
            <a:avLst>
              <a:gd name="adj" fmla="val 5106"/>
            </a:avLst>
          </a:prstGeom>
          <a:solidFill>
            <a:srgbClr val="FBF7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9020" y="23774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890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200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7947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errors, fill missing values, and fix unusual (outlier) values.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3566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2103120"/>
            <a:ext cx="2148840" cy="3566160"/>
          </a:xfrm>
          <a:prstGeom prst="roundRect">
            <a:avLst>
              <a:gd name="adj" fmla="val 5106"/>
            </a:avLst>
          </a:prstGeom>
          <a:solidFill>
            <a:srgbClr val="E7E8D1"/>
          </a:solidFill>
          <a:ln/>
        </p:spPr>
      </p:sp>
      <p:sp>
        <p:nvSpPr>
          <p:cNvPr id="18" name="Shape 16"/>
          <p:cNvSpPr/>
          <p:nvPr/>
        </p:nvSpPr>
        <p:spPr>
          <a:xfrm>
            <a:off x="5875020" y="23774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750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200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Data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7947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graphs to understand how the weather values relate to drought levels.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566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06640" y="2103120"/>
            <a:ext cx="2148840" cy="3566160"/>
          </a:xfrm>
          <a:prstGeom prst="roundRect">
            <a:avLst>
              <a:gd name="adj" fmla="val 5106"/>
            </a:avLst>
          </a:prstGeom>
          <a:solidFill>
            <a:srgbClr val="FBF7F0"/>
          </a:solidFill>
          <a:ln/>
        </p:spPr>
      </p:sp>
      <p:sp>
        <p:nvSpPr>
          <p:cNvPr id="24" name="Shape 22"/>
          <p:cNvSpPr/>
          <p:nvPr/>
        </p:nvSpPr>
        <p:spPr>
          <a:xfrm>
            <a:off x="8161020" y="23774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610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3200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7947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Multinomial Logistic Regression to learn the pattern from past data.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555480" y="3566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92640" y="2103120"/>
            <a:ext cx="2148840" cy="3566160"/>
          </a:xfrm>
          <a:prstGeom prst="roundRect">
            <a:avLst>
              <a:gd name="adj" fmla="val 5106"/>
            </a:avLst>
          </a:prstGeom>
          <a:solidFill>
            <a:srgbClr val="E7E8D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47020" y="23774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470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829800" y="3200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Severity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37947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a drought category: e.g. No Drought, Mild, Moderate, Severe.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Algorithm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57784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28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Logistic Regression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algorithm is used when we need to sort things into more than two groups, not just yes/no.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at the input values (like rainfall and temperature) and calculates the chance of each drought category.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with the highest chance is picked as the final answer.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37160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3A2E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Algorithm?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29400" y="2340864"/>
            <a:ext cx="128016" cy="12801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21671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severity has multiple classes (not just 2), so it fits perfectly.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29400" y="3236976"/>
            <a:ext cx="128016" cy="12801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0" y="3063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simple, fast, and easy to explain to others.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4133088"/>
            <a:ext cx="128016" cy="12801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0" y="39593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clear probability scores for each class.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5029200"/>
            <a:ext cx="128016" cy="12801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9440" y="485546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well when the relationship between weather data and drought level is fairly straightforward.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14630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6B8F7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2336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like rainfall,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+ drought class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14630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E7E8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0" y="1600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Column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2860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Severity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No / Mild / Moderate / Severe)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With the Data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37160" cy="1371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023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each column to understand what type of value it holds (numbers or categories).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137160" cy="1371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59028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at every row to find missing or wrong values and fixed them.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340096"/>
            <a:ext cx="137160" cy="1371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15721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how rows are spread across each drought class to check balance.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907024"/>
            <a:ext cx="137160" cy="1371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72414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final clean table so the model can learn from it correctly.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Analysis — Graphs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09728" cy="1600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one weather value (like rainfall) is spread out.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417320"/>
            <a:ext cx="109728" cy="1600200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range of values and highlights outliers clearly.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417320"/>
            <a:ext cx="109728" cy="1600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relation between two weather features.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00400"/>
            <a:ext cx="109728" cy="1600200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749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many records fall into each drought class.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2004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3200400"/>
            <a:ext cx="109728" cy="1600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749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strongly each feature is related to the others.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2004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200400"/>
            <a:ext cx="109728" cy="1600200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Plot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3749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features compared to each other at once.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total, 6 types of graphs were used to study and understand the data before building the model.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Outliers in the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YES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were found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dataset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were used to spot values that were unusually high or low compared to the rest of the data (for example, sudden extreme rainfall or temperature readings).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554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Handled Outliers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54880" y="2148840"/>
            <a:ext cx="320040" cy="32004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0574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Used box plots to visually find values far outside the normal range.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320040" cy="32004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30175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Checked whether these values were real weather events or data entry mistakes.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4069080"/>
            <a:ext cx="320040" cy="32004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5488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39776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Treat: Removed or adjusted values that were clearly errors, so they do not confuse the model.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0"/>
            <a:ext cx="320040" cy="32004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4880" y="5029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4937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cleaned data gives more accurate and reliable predictions.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Heatmap — Feature Relationships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 heatmap was used to study how features relate to each other.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00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029968" y="1600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596896" y="1600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163824" y="1600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730752" y="1600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659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63040" y="1965960"/>
            <a:ext cx="530352" cy="530352"/>
          </a:xfrm>
          <a:prstGeom prst="rect">
            <a:avLst/>
          </a:prstGeom>
          <a:solidFill>
            <a:srgbClr val="6B8F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29968" y="1965960"/>
            <a:ext cx="530352" cy="530352"/>
          </a:xfrm>
          <a:prstGeom prst="rect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29968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96896" y="1965960"/>
            <a:ext cx="530352" cy="530352"/>
          </a:xfrm>
          <a:prstGeom prst="rect">
            <a:avLst/>
          </a:prstGeom>
          <a:solidFill>
            <a:srgbClr val="9CB7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96896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63824" y="1965960"/>
            <a:ext cx="530352" cy="530352"/>
          </a:xfrm>
          <a:prstGeom prst="rect">
            <a:avLst/>
          </a:prstGeom>
          <a:solidFill>
            <a:srgbClr val="9CB7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63824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30752" y="1965960"/>
            <a:ext cx="530352" cy="530352"/>
          </a:xfrm>
          <a:prstGeom prst="rect">
            <a:avLst/>
          </a:prstGeom>
          <a:solidFill>
            <a:srgbClr val="E3B3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30752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3288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63040" y="2532888"/>
            <a:ext cx="530352" cy="530352"/>
          </a:xfrm>
          <a:prstGeom prst="rect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63040" y="2532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29968" y="2532888"/>
            <a:ext cx="530352" cy="530352"/>
          </a:xfrm>
          <a:prstGeom prst="rect">
            <a:avLst/>
          </a:prstGeom>
          <a:solidFill>
            <a:srgbClr val="6B8F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29968" y="2532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96896" y="2532888"/>
            <a:ext cx="530352" cy="530352"/>
          </a:xfrm>
          <a:prstGeom prst="rect">
            <a:avLst/>
          </a:prstGeom>
          <a:solidFill>
            <a:srgbClr val="E3B3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96896" y="2532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63824" y="2532888"/>
            <a:ext cx="530352" cy="530352"/>
          </a:xfrm>
          <a:prstGeom prst="rect">
            <a:avLst/>
          </a:prstGeom>
          <a:solidFill>
            <a:srgbClr val="E3B3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63824" y="2532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30752" y="2532888"/>
            <a:ext cx="530352" cy="530352"/>
          </a:xfrm>
          <a:prstGeom prst="rect">
            <a:avLst/>
          </a:prstGeom>
          <a:solidFill>
            <a:srgbClr val="CFE0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30752" y="2532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09981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463040" y="3099816"/>
            <a:ext cx="530352" cy="530352"/>
          </a:xfrm>
          <a:prstGeom prst="rect">
            <a:avLst/>
          </a:prstGeom>
          <a:solidFill>
            <a:srgbClr val="9CB7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63040" y="3099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29968" y="3099816"/>
            <a:ext cx="530352" cy="530352"/>
          </a:xfrm>
          <a:prstGeom prst="rect">
            <a:avLst/>
          </a:prstGeom>
          <a:solidFill>
            <a:srgbClr val="E3B3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029968" y="3099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96896" y="3099816"/>
            <a:ext cx="530352" cy="530352"/>
          </a:xfrm>
          <a:prstGeom prst="rect">
            <a:avLst/>
          </a:prstGeom>
          <a:solidFill>
            <a:srgbClr val="6B8F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96896" y="3099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63824" y="3099816"/>
            <a:ext cx="530352" cy="530352"/>
          </a:xfrm>
          <a:prstGeom prst="rect">
            <a:avLst/>
          </a:prstGeom>
          <a:solidFill>
            <a:srgbClr val="9CB7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163824" y="3099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730752" y="3099816"/>
            <a:ext cx="530352" cy="530352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730752" y="3099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366674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463040" y="3666744"/>
            <a:ext cx="530352" cy="530352"/>
          </a:xfrm>
          <a:prstGeom prst="rect">
            <a:avLst/>
          </a:prstGeom>
          <a:solidFill>
            <a:srgbClr val="9CB7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463040" y="3666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029968" y="3666744"/>
            <a:ext cx="530352" cy="530352"/>
          </a:xfrm>
          <a:prstGeom prst="rect">
            <a:avLst/>
          </a:prstGeom>
          <a:solidFill>
            <a:srgbClr val="E3B3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029968" y="3666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96896" y="3666744"/>
            <a:ext cx="530352" cy="530352"/>
          </a:xfrm>
          <a:prstGeom prst="rect">
            <a:avLst/>
          </a:prstGeom>
          <a:solidFill>
            <a:srgbClr val="9CB7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596896" y="3666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163824" y="3666744"/>
            <a:ext cx="530352" cy="530352"/>
          </a:xfrm>
          <a:prstGeom prst="rect">
            <a:avLst/>
          </a:prstGeom>
          <a:solidFill>
            <a:srgbClr val="6B8F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163824" y="3666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730752" y="3666744"/>
            <a:ext cx="530352" cy="530352"/>
          </a:xfrm>
          <a:prstGeom prst="rect">
            <a:avLst/>
          </a:prstGeom>
          <a:solidFill>
            <a:srgbClr val="E3B3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730752" y="3666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640080" y="423367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463040" y="4233672"/>
            <a:ext cx="530352" cy="530352"/>
          </a:xfrm>
          <a:prstGeom prst="rect">
            <a:avLst/>
          </a:prstGeom>
          <a:solidFill>
            <a:srgbClr val="E3B3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463040" y="4233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029968" y="4233672"/>
            <a:ext cx="530352" cy="530352"/>
          </a:xfrm>
          <a:prstGeom prst="rect">
            <a:avLst/>
          </a:prstGeom>
          <a:solidFill>
            <a:srgbClr val="CFE0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029968" y="4233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596896" y="4233672"/>
            <a:ext cx="530352" cy="530352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596896" y="4233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163824" y="4233672"/>
            <a:ext cx="530352" cy="530352"/>
          </a:xfrm>
          <a:prstGeom prst="rect">
            <a:avLst/>
          </a:prstGeom>
          <a:solidFill>
            <a:srgbClr val="E3B3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163824" y="4233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730752" y="4233672"/>
            <a:ext cx="530352" cy="530352"/>
          </a:xfrm>
          <a:prstGeom prst="rect">
            <a:avLst/>
          </a:prstGeom>
          <a:solidFill>
            <a:srgbClr val="6B8F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730752" y="4233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6309360" y="1600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Heatmap Tells Us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09360" y="220370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629400" y="20391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green cells mean two features move together (strong positive link).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309360" y="307238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629400" y="29077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terracotta/red cells mean features move in opposite directions.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6309360" y="394106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629400" y="37764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cells near the middle mean little to no relationship.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309360" y="480974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629400" y="464515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helped us pick the most useful features for the model and drop repeated ones.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2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6B8F71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188720" cy="54864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164592" cy="164592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17830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was cleaned, checked for outliers, and studied using graphs and a heatmap.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164592" cy="164592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6517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Logistic Regression was trained to classify drought severity into clear categories.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64592" cy="164592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3520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gives a simple, automatic way to know how severe a drought is, using only weather data.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4572000"/>
            <a:ext cx="164592" cy="164592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43891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 help farmers and planners take early action before a drought becomes serious.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577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2026-08-29T06:46:19Z</dcterms:created>
  <dcterms:modified xsi:type="dcterms:W3CDTF">2026-08-29T06:46:19Z</dcterms:modified>
</cp:coreProperties>
</file>